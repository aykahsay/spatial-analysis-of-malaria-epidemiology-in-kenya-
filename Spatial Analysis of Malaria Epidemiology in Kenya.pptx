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833790d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833790d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833790d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833790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833790d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833790d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833790d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833790d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c833790d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c833790d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833790dc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833790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833790d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833790d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c833790d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c833790d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833790dc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833790d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67000"/>
            <a:ext cx="438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762000" y="762000"/>
            <a:ext cx="4600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Spatial Lag Results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762000" y="1476375"/>
            <a:ext cx="43815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762000" y="1885950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Model Equation: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885825" y="3676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952500" y="367665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Rho (ρ) = 0.37: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Significant spillover. 37% of infection risk is influenced by neighboring counties.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885825" y="4733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952500" y="4733925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Rainfall (p=0.006):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primary environmental driver.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885825" y="5486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952500" y="54864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Poverty: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Not statistically significant when accounting for spatial lag.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571500" y="30986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571500" y="38833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571500" y="48662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277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666875" y="246623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https://images.picxy.com/cache/2020/9/18/4208ece99b0a787cec85a1ab106056f0.jpg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1666875" y="27119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www.picxy.com</a:t>
            </a:r>
            <a:endParaRPr/>
          </a:p>
        </p:txBody>
      </p:sp>
      <p:pic>
        <p:nvPicPr>
          <p:cNvPr descr="image.png" id="152" name="Google Shape;1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7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1666875" y="325100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https://upload.wikimedia.org/wikipedia/commons/4/4e/Map_showing_counties_under_the_new_Kenyan_constitution.gif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1666875" y="34967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en.wikipedia.org</a:t>
            </a:r>
            <a:endParaRPr/>
          </a:p>
        </p:txBody>
      </p:sp>
      <p:pic>
        <p:nvPicPr>
          <p:cNvPr descr="image.png" id="155" name="Google Shape;1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14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1666875" y="403577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https://static.vecteezy.com/system/resources/previews/070/721/925/non_2x/abstract-blue-network-visualization-futuristic-connection-with-data-points-and-nodes-for-technology-concepts-photo.jpeg</a:t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1666875" y="44795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158" name="Google Shape;1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243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1666875" y="501863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https://media.istockphoto.com/id/1692452994/photo/view-of-camp-tents-in-thunderstorm-in-tanzania.jpg?s=612x612&amp;w=0&amp;k=20&amp;c=n2ZViVJGymFPibskTa4qOo8DS3rkk5gOuTSl3i-9mHY=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1666875" y="54624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